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46120"/>
            <a:ext cx="12161520" cy="36118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82880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3716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AgentSpace Edge　L1 場景庫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197510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進度更新　—　實測、規則改版、平台缺陷繞行、新增排程健檢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640080" y="2697480"/>
            <a:ext cx="10881360" cy="118872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7" name="Shape 3"/>
          <p:cNvSpPr/>
          <p:nvPr/>
        </p:nvSpPr>
        <p:spPr>
          <a:xfrm>
            <a:off x="640080" y="2697480"/>
            <a:ext cx="91440" cy="118872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914400" y="2798064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本期重點</a:t>
            </a:r>
            <a:endParaRPr lang="en-US" sz="1150" dirty="0"/>
          </a:p>
          <a:p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六天內完成兩輪全域規則改版（v2 → v3.1）、</a:t>
            </a:r>
            <a:endParaRPr lang="en-US" sz="1150" dirty="0"/>
          </a:p>
          <a:p>
            <a:pPr indent="0" marL="0">
              <a:buNone/>
            </a:pPr>
            <a:r>
              <a:rPr lang="en-US" sz="16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揪出一個平台排程缺陷並繞行、新增內部維運技能 OPS-01。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069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進度報告　|　2026-09-11 ～ 09-22　|　資安事業 · 諸葛分身產品線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5989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用數智實現創想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本期摘要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2026-09-17 ～ 09-22：從「建完」到「跑得住、跑得對」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2057400"/>
            <a:ext cx="352958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221992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15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7355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 L1 卡全數上線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（4 張排程）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69664" y="2057400"/>
            <a:ext cx="352958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9664" y="2221992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次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4306824" y="327355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全域規則改版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 → v3.1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27848" y="2057400"/>
            <a:ext cx="352958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27848" y="2221992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-93%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27355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L1-07 token 用量降幅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（532.4k → 37.1k）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11480" y="4069080"/>
            <a:ext cx="352958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" y="4233672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個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8523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平台排程缺陷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找到並繞行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169664" y="4069080"/>
            <a:ext cx="352958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69664" y="4233672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件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4306824" y="528523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OPS-01 首測揪出、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人工巡檢沒發現的問題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927848" y="4069080"/>
            <a:ext cx="3529584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27848" y="4233672"/>
            <a:ext cx="3529584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個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8065008" y="5285232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均已同步至最新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11480" y="6080760"/>
            <a:ext cx="11338560" cy="50292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11480" y="6080760"/>
            <a:ext cx="68580" cy="50292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9224" y="6080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結論：三個系統性問題已修正並驗證；發現一個無法從卡片端修的平台缺陷，已繞行並建議列入放行清單。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六天時間軸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從部署上線到 v3.1：每一版都是真實無人值守執行後的修正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407262" y="2103120"/>
            <a:ext cx="20117" cy="42062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Shape 6"/>
          <p:cNvSpPr/>
          <p:nvPr/>
        </p:nvSpPr>
        <p:spPr>
          <a:xfrm>
            <a:off x="1316736" y="2039112"/>
            <a:ext cx="201168" cy="201168"/>
          </a:xfrm>
          <a:prstGeom prst="ellipse">
            <a:avLst/>
          </a:prstGeom>
          <a:solidFill>
            <a:srgbClr val="005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0" y="1965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09/11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93852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部署上線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張卡建立完成，SKILL.md 與本機原始檔逐字（SHA-256）比對一致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16736" y="2935224"/>
            <a:ext cx="201168" cy="201168"/>
          </a:xfrm>
          <a:prstGeom prst="ellipse">
            <a:avLst/>
          </a:prstGeom>
          <a:solidFill>
            <a:srgbClr val="005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0" y="28620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09/17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8346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全卡實測 ＋ 全域規則改版 v2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揪出遮蔽寫反、主動檢索失控、「唯讀」擋不住寫入三個系統性問題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16736" y="3831336"/>
            <a:ext cx="201168" cy="201168"/>
          </a:xfrm>
          <a:prstGeom prst="ellipse">
            <a:avLst/>
          </a:prstGeom>
          <a:solidFill>
            <a:srgbClr val="005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0" y="37581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09/18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73075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首次無人值守排程 ＋ 檢討報告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發現排程產出沒人看得到、L1-12 仍嘗試越權讀取資料庫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316736" y="4727448"/>
            <a:ext cx="201168" cy="201168"/>
          </a:xfrm>
          <a:prstGeom prst="ellipse">
            <a:avLst/>
          </a:prstGeom>
          <a:solidFill>
            <a:srgbClr val="005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0" y="46542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737360" y="4626864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全域規則改版 v3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發現每週 cron 缺陷並繞行；排程產出改寄信送達；新增 OPS-01 排程健檢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316736" y="5623560"/>
            <a:ext cx="201168" cy="201168"/>
          </a:xfrm>
          <a:prstGeom prst="ellipse">
            <a:avLst/>
          </a:prstGeom>
          <a:solidFill>
            <a:srgbClr val="005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0" y="5550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09/22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5522976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全域規則改版 v3.1　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修正讀取量上限，解決 L1-01 讀行銷信卡住 80 分鐘的問題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六項關鍵修正一覽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細節數據、完整測試表與 GitHub 明細見附錄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20240"/>
          <a:ext cx="11338560" cy="4343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發現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修法（已套用並驗證）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遮蔽規則寫反：使用者自己的資料被誤判遮蔽，產出失去可用性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改為照原文呈現，去識別化交由使用者對外發送前自行判斷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沒有禁止主動檢索：遇到不認識的專有名詞就自己翻信箱／檔案，token 暴增 14 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加入「不主動搜尋，不認識的名詞直接當既定資訊使用」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文字「唯讀」擋不住寫入：L1-12 明寫唯讀，實測仍寫入待辦 10 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從「語氣加重」改為「精確授權邊界」：只在交付時寫入，絕不動既有項目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【平台缺陷】每週 cron 下次執行時間算錯，每週類排程等於不會跑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改每日觸發＋提示詞最前面加星期守門繞行；建議列入放行清單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排程產出沒人看到：摘要只留在平台對話紀錄裡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四張排程卡提示詞本體加 mail:send 寄信步驟，回報「已寄出」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讀取量沒上限：L1-01 讀到整封行銷信 HTML，單次執行卡住 80 分鐘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三張排程卡加讀取上限（信件／會議紀錄則數＋每則字數）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82296" marB="82296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新增技能：OPS-01 排程健檢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內部維運卡，不對客戶銷售，比照既有的 vuln-dispatch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11480" y="1965960"/>
            <a:ext cx="5120640" cy="402336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14884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mainAgentAccess，只使用 cron 工具的 list 與 history 兩個唯讀動作。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輸出健檢表與異常清單，判定四類問題：排程時間異常、執行延遲、執行失敗、產出未送達。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實測成本：231.3k 輸入 token、101 秒、10 loop——偏高，建議每週執行一次即可。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15000" y="1965960"/>
            <a:ext cx="6035040" cy="4023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A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0" y="212140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首次實測即抓到兩件人工巡檢沒發現的事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606040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9/20 平台 502 Bad Gateway</a:t>
            </a:r>
            <a:endParaRPr lang="en-US" sz="12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L1-12 與「每日自動清理 104 舊信」重試 8 次後最終失敗；L1-15 於 9/18 亦因 fetch failed 經歷 5 次失敗。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L1-01 的延遲是常態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9/18 晚 97 分、9/19 晚 55 分、9/20 晚 118 分——原因是排程主機在排定時間未開機，平台補跑。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0" y="5029200"/>
            <a:ext cx="5577840" cy="82296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08192" y="5102352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已知限制：cron history 日誌會截斷，「產出是否送達」目前只能回「查無」，需靠人工比對信箱核實；此欄自動化待補。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四項待辦，依價值與急迫性排序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075688"/>
            <a:ext cx="502920" cy="502920"/>
          </a:xfrm>
          <a:prstGeom prst="ellipse">
            <a:avLst/>
          </a:prstGeom>
          <a:solidFill>
            <a:srgbClr val="005A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965960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補測 5 張卡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L1-06、L1-08、L1-09、L1-10、L1-15 尚需在 v2／v3 規則下重新實測，確認前次發現的問題已隨規則改版一併修正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11480" y="2962656"/>
            <a:ext cx="11338560" cy="109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005A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044952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建《排程點數速查表》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分「含／不含未知專有名詞」兩組各跑 10 次，並納入 OPS-01 健檢卡與星期守門的實測點數數據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11480" y="4041648"/>
            <a:ext cx="11338560" cy="109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4233672"/>
            <a:ext cx="502920" cy="502920"/>
          </a:xfrm>
          <a:prstGeom prst="ellipse">
            <a:avLst/>
          </a:prstGeom>
          <a:solidFill>
            <a:srgbClr val="005A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123944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催辦 L2-MIS-01（ERP 操作問答）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 十五張全是通用 OA，尚未碰到製造業 IT 的真實痛點；這是唯一撐得住「窗口動機」的卡，目前卡在產品端待確認 #7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411480" y="5120640"/>
            <a:ext cx="11338560" cy="10973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" y="5312664"/>
            <a:ext cx="502920" cy="502920"/>
          </a:xfrm>
          <a:prstGeom prst="ellipse">
            <a:avLst/>
          </a:prstGeom>
          <a:solidFill>
            <a:srgbClr val="005AF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0292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5202936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向產品端提報平台缺陷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 cron 下次執行時間算錯；待辦寫入目前未觸發危險指令核准機制，兩者建議列入放行清單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828800" cy="4480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正文的重點修正與數據，這裡是完整版本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49040"/>
            <a:ext cx="9144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A1　9/17 實測：三個系統性問題詳細對照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A2　修正成效：同題重跑對照（動作數／token／結果）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A3　【平台缺陷】每週 cron 完整實測表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A4　排程產出改為實際寄送：根因與修法細節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A5　9/22 追加：讀取量上限修正細節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A6　GitHub 備份同步狀態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6217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用數智實現創想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744200" y="29260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8F0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44200" y="292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9/17 實測：三個系統性問題（v2 修正）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根因都在全域規則寫法，不是卡片內容寫不好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1965960"/>
            <a:ext cx="11338560" cy="118872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0756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遮蔽規則寫反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2057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使用者自己貼的報價金額、客戶名被誤判為需遮蔽 → 產出直接失去可用性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修法：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改為照原文呈現；是否去識別化交由使用者對外發送前自行判斷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337560"/>
            <a:ext cx="1133856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4472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沒有禁止主動檢索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3429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遇到查不到的專有名詞就連續翻記憶、信箱、檔案，token 暴增達 14 倍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修法：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加入「只使用本次對話內容，不主動搜尋、不認識的名詞直接當既定資訊使用」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4709160"/>
            <a:ext cx="11338560" cy="118872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8188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文字「唯讀」擋不住寫入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0" y="4800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L1-12 已明寫唯讀，實測仍對個人待辦寫入 10 次、動到 5 筆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修法：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從「語氣加重」改為「精確授權邊界」：只在交付時寫入，絕不修改既有項目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A2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744200" y="29260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8F0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44200" y="292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修正成效：同題重跑對照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同一組測試輸入，v1 規則 vs. v2 規則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65960"/>
          <a:ext cx="11338560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8056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L1-02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這封信幫我回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 個動作、下載真實客戶清單 xlsx 跑 8 次 pandas、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無產出、人工中止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個動作、32.7 秒、36.9k token、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三版本齊全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L1-07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簡報大綱生成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 個動作、532.4k token、14 loop、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技能未正確路由、編造「2 週免費借測」等對外承諾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個動作、23.7 秒、37.1k token（-93%）、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loop、技能正確注入，改標 {待補}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L1-14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合約報價單重點提醒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使用者自己貼的報價金額被全數 {已遮蔽}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處遮蔽，金額完整呈現，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另主動補出談判策略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A3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744200" y="29260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8F0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44200" y="292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【平台缺陷】每週 cron 下次執行時間算錯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9/21 逐值實測（當天週一，hour 固定 16）：只有「今天」與「明天」算得對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694944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554480"/>
                <a:gridCol w="731520"/>
              </a:tblGrid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cron 運算式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平台算出的下次執行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正確答案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1（週一）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44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2（週二）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2026/09/22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2026/09/22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844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3（週三）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2031/01/01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2026/09/23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4（週四）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2026/10/01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2026/09/24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5（週五）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2027/01/01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6（週六）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2028/01/01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16 * * 0（週日）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2034/01/01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2026/09/27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543800" y="1874520"/>
            <a:ext cx="4206240" cy="356616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2" name="Shape 8"/>
          <p:cNvSpPr/>
          <p:nvPr/>
        </p:nvSpPr>
        <p:spPr>
          <a:xfrm>
            <a:off x="7543800" y="1874520"/>
            <a:ext cx="73152" cy="356616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772400" y="20116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規劃的 8 張可排程卡中，每週類 3 張（L1-06、L1-15、L2-SEC-06）在現行平台上等於不會執行；設定當下畫面正常，要等客戶說「沒收到週報」才會爆。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繞行方案（已套用並驗證）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改為每日觸發，提示詞最前面加星期守門：「今天如果不是星期五，直接回覆『非週五，略過』並結束」。9/21 實測產出僅 6 個字，不啟用技能、不呼叫工具，成本可忽略。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建議：向產品端提報為缺陷，並列入交付放行清單必須項。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744200" y="29260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8F0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44200" y="292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排程產出改為實際寄送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 9/18 檢討報告的第一優先項：產出不能只留在平台對話裡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1965960"/>
            <a:ext cx="11338560" cy="77724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1965960"/>
            <a:ext cx="68580" cy="77724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" y="1965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問題：四筆排程每天執行完，摘要只存在平台對話紀錄裡——沒有寄信、沒有建待辦。客戶必須登入平台、找到那則 Cron 對話才看得到。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01752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根因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「產出必須送到信箱」這句話寫在 SKILL.md 的「排程設定注意」區段——那是寫給交付顧問看的設定提醒，不是給模型執行的指令；「提示詞本體」裡原本沒有這一步，模型自然不會做。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4160520"/>
            <a:ext cx="11338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修法（已套用至 SKILL.md 與 cron prompt）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L1-01、L1-06、L1-12、L1-15 的提示詞本體末尾加入必做步驟：用郵件工具 send 把產出寄到使用者信箱，並在回覆最後一行回報「已寄出」或失敗原因。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L1-15 另做調整：排程不直接寫入 Wiki，改寄候選清單，等待人工回覆「確認」——因為「寫入前應先確認」在無人值守時無法成立。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cron 沒有技能綁定欄位，prompt 是唯一入口，因此四筆 cron 的 prompt 同步更新。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744200" y="29260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8F0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44200" y="292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9/22 追加：讀取量上限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排程卡讀信時把整封行銷信的 HTML 版型全部吃進上下文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1965960"/>
            <a:ext cx="11338560" cy="777240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1965960"/>
            <a:ext cx="68580" cy="777240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" y="1965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問題：L1-01 於 9/22 單次執行超過 80 分鐘仍未結束（08:43 啟動，10:02 仍在 running）。查因發現它把一整封中秋節行銷信的 HTML 版型（含表格、樣式、頁尾聲明）全文吃進上下文，信箱裡只要有幾封這種版型信就會爆掉。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71800"/>
          <a:ext cx="11338560" cy="2331720"/>
        </p:xfrm>
        <a:graphic>
          <a:graphicData uri="http://schemas.openxmlformats.org/drawingml/2006/table">
            <a:tbl>
              <a:tblPr/>
              <a:tblGrid>
                <a:gridCol w="2926080"/>
                <a:gridCol w="8412480"/>
              </a:tblGrid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讀取上限（已套用）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L1-01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晨間信件摘要與待辦抽取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最多 30 封未讀信；每封只看寄件人／時間／主旨＋內文前 300 字；不讀完整內文、HTML 版型、簽名檔、附件；行銷電子報只計入【純知會】不展開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L1-06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週報草稿自動生成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郵件最多 30 封、會議紀錄最多 10 則，每則前 300 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L1-15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5A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本週知識沉澱進 Wiki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最多掃描本週 20 則對話，每則前 300 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11480" y="553212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這條要進放行清單：交付現場的客戶信箱通常比內測帳號更亂（EDM、系統通知、福委會團購），沒有讀取上限的排程卡在真實信箱上會直接跑不完。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371600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41248"/>
            <a:ext cx="12161520" cy="20117"/>
          </a:xfrm>
          <a:prstGeom prst="rect">
            <a:avLst/>
          </a:prstGeom>
          <a:solidFill>
            <a:srgbClr val="005A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0" y="6382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 A6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鼎新數智 · 用數智實現創想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744200" y="29260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E8F0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744200" y="292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5A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備份同步狀態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1490472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兩個專案分離管理，公司內部技能與客戶交付內容不混在一起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01168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011680"/>
            <a:ext cx="544068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011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digiwin-security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788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 技能（公司內部維運用）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4747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最新 commit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749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5f7e79d 拆分備份專案：AgentSpace 移出，本 repo 只留 Claude Code skills 與工作區文件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45720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8F0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已同步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09360" y="201168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2011680"/>
            <a:ext cx="5440680" cy="594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0" y="2011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digiwin-agentspace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278892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AgentSpace Edge L1 場景庫 15 張卡 ＋ 全套交付文件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0" y="34747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最新 commit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7490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fbfdb8b v3.1：排程卡加入讀取量上限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0" y="457200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8F0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583680" y="4572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已同步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" y="534924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備份範圍：技能原始檔（SKILL.md）＋部署紀錄＋檢討文件＋交付方法論與管制表；客戶名稱一律以代號（客戶A／B／C…）備份，不落地真實個資。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AgentSpace Edge L1 場景庫 進度更新</dc:title>
  <dc:subject>PptxGenJS Presentation</dc:subject>
  <dc:creator>鼎新數智 資安事業</dc:creator>
  <cp:lastModifiedBy>鼎新數智 資安事業</cp:lastModifiedBy>
  <cp:revision>1</cp:revision>
  <dcterms:created xsi:type="dcterms:W3CDTF">2026-09-22T08:05:00Z</dcterms:created>
  <dcterms:modified xsi:type="dcterms:W3CDTF">2026-09-22T08:05:00Z</dcterms:modified>
</cp:coreProperties>
</file>